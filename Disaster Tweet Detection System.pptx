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2" r:id="rId5"/>
    <p:sldId id="263" r:id="rId6"/>
    <p:sldId id="264" r:id="rId7"/>
    <p:sldId id="276" r:id="rId8"/>
    <p:sldId id="265" r:id="rId9"/>
    <p:sldId id="268" r:id="rId10"/>
    <p:sldId id="269" r:id="rId11"/>
    <p:sldId id="278" r:id="rId12"/>
    <p:sldId id="270" r:id="rId13"/>
    <p:sldId id="271" r:id="rId14"/>
    <p:sldId id="279" r:id="rId15"/>
    <p:sldId id="272" r:id="rId16"/>
    <p:sldId id="27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882DA-F694-4699-A2E6-3E86667D0A25}" v="2" dt="2026-07-16T08:58:29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rai" userId="8526e97aa0bf07cf" providerId="LiveId" clId="{A5A553E1-0D4B-4DAD-A4B2-7082F328FABA}"/>
    <pc:docChg chg="undo custSel addSld delSld modSld sldOrd">
      <pc:chgData name="saket rai" userId="8526e97aa0bf07cf" providerId="LiveId" clId="{A5A553E1-0D4B-4DAD-A4B2-7082F328FABA}" dt="2026-07-16T08:58:59.791" v="104" actId="113"/>
      <pc:docMkLst>
        <pc:docMk/>
      </pc:docMkLst>
      <pc:sldChg chg="modSp mod">
        <pc:chgData name="saket rai" userId="8526e97aa0bf07cf" providerId="LiveId" clId="{A5A553E1-0D4B-4DAD-A4B2-7082F328FABA}" dt="2026-07-16T08:53:03.176" v="73" actId="1076"/>
        <pc:sldMkLst>
          <pc:docMk/>
          <pc:sldMk cId="1416074086" sldId="269"/>
        </pc:sldMkLst>
        <pc:spChg chg="mod">
          <ac:chgData name="saket rai" userId="8526e97aa0bf07cf" providerId="LiveId" clId="{A5A553E1-0D4B-4DAD-A4B2-7082F328FABA}" dt="2026-07-16T08:53:03.176" v="73" actId="1076"/>
          <ac:spMkLst>
            <pc:docMk/>
            <pc:sldMk cId="1416074086" sldId="269"/>
            <ac:spMk id="3" creationId="{561F375F-A11E-4E6F-FD74-595B4BBDB82E}"/>
          </ac:spMkLst>
        </pc:spChg>
      </pc:sldChg>
      <pc:sldChg chg="addSp modSp mod">
        <pc:chgData name="saket rai" userId="8526e97aa0bf07cf" providerId="LiveId" clId="{A5A553E1-0D4B-4DAD-A4B2-7082F328FABA}" dt="2026-07-16T08:52:50.274" v="72" actId="14100"/>
        <pc:sldMkLst>
          <pc:docMk/>
          <pc:sldMk cId="3997034955" sldId="270"/>
        </pc:sldMkLst>
        <pc:spChg chg="mod">
          <ac:chgData name="saket rai" userId="8526e97aa0bf07cf" providerId="LiveId" clId="{A5A553E1-0D4B-4DAD-A4B2-7082F328FABA}" dt="2026-07-16T08:52:40.697" v="70" actId="1076"/>
          <ac:spMkLst>
            <pc:docMk/>
            <pc:sldMk cId="3997034955" sldId="270"/>
            <ac:spMk id="3" creationId="{63851821-9B49-4F9E-5F32-339B5D80541C}"/>
          </ac:spMkLst>
        </pc:spChg>
        <pc:picChg chg="add mod">
          <ac:chgData name="saket rai" userId="8526e97aa0bf07cf" providerId="LiveId" clId="{A5A553E1-0D4B-4DAD-A4B2-7082F328FABA}" dt="2026-07-16T08:52:50.274" v="72" actId="14100"/>
          <ac:picMkLst>
            <pc:docMk/>
            <pc:sldMk cId="3997034955" sldId="270"/>
            <ac:picMk id="5" creationId="{EDD756D7-E531-CA59-4C23-04BE0CF67F6C}"/>
          </ac:picMkLst>
        </pc:picChg>
      </pc:sldChg>
      <pc:sldChg chg="addSp delSp modSp mod">
        <pc:chgData name="saket rai" userId="8526e97aa0bf07cf" providerId="LiveId" clId="{A5A553E1-0D4B-4DAD-A4B2-7082F328FABA}" dt="2026-07-16T08:55:51.601" v="76" actId="1076"/>
        <pc:sldMkLst>
          <pc:docMk/>
          <pc:sldMk cId="4044113876" sldId="271"/>
        </pc:sldMkLst>
        <pc:spChg chg="mod">
          <ac:chgData name="saket rai" userId="8526e97aa0bf07cf" providerId="LiveId" clId="{A5A553E1-0D4B-4DAD-A4B2-7082F328FABA}" dt="2026-07-16T08:55:51.601" v="76" actId="1076"/>
          <ac:spMkLst>
            <pc:docMk/>
            <pc:sldMk cId="4044113876" sldId="271"/>
            <ac:spMk id="3" creationId="{38D0DDA9-2FB7-A45B-C14C-16B5CAED830D}"/>
          </ac:spMkLst>
        </pc:spChg>
        <pc:picChg chg="add del mod">
          <ac:chgData name="saket rai" userId="8526e97aa0bf07cf" providerId="LiveId" clId="{A5A553E1-0D4B-4DAD-A4B2-7082F328FABA}" dt="2026-07-16T08:55:39.490" v="74" actId="21"/>
          <ac:picMkLst>
            <pc:docMk/>
            <pc:sldMk cId="4044113876" sldId="271"/>
            <ac:picMk id="5" creationId="{ADA14888-67F2-036F-45A3-B6EC35DD69EF}"/>
          </ac:picMkLst>
        </pc:picChg>
      </pc:sldChg>
      <pc:sldChg chg="new del ord">
        <pc:chgData name="saket rai" userId="8526e97aa0bf07cf" providerId="LiveId" clId="{A5A553E1-0D4B-4DAD-A4B2-7082F328FABA}" dt="2026-07-16T08:56:06.564" v="79" actId="2696"/>
        <pc:sldMkLst>
          <pc:docMk/>
          <pc:sldMk cId="1748007820" sldId="277"/>
        </pc:sldMkLst>
      </pc:sldChg>
      <pc:sldChg chg="addSp modSp new mod">
        <pc:chgData name="saket rai" userId="8526e97aa0bf07cf" providerId="LiveId" clId="{A5A553E1-0D4B-4DAD-A4B2-7082F328FABA}" dt="2026-07-16T08:43:05.273" v="48" actId="1076"/>
        <pc:sldMkLst>
          <pc:docMk/>
          <pc:sldMk cId="3816298121" sldId="278"/>
        </pc:sldMkLst>
        <pc:picChg chg="add mod">
          <ac:chgData name="saket rai" userId="8526e97aa0bf07cf" providerId="LiveId" clId="{A5A553E1-0D4B-4DAD-A4B2-7082F328FABA}" dt="2026-07-16T08:43:05.273" v="48" actId="1076"/>
          <ac:picMkLst>
            <pc:docMk/>
            <pc:sldMk cId="3816298121" sldId="278"/>
            <ac:picMk id="3" creationId="{F51203DA-F2F4-9459-0C68-B74D917FA482}"/>
          </ac:picMkLst>
        </pc:picChg>
        <pc:picChg chg="add mod">
          <ac:chgData name="saket rai" userId="8526e97aa0bf07cf" providerId="LiveId" clId="{A5A553E1-0D4B-4DAD-A4B2-7082F328FABA}" dt="2026-07-16T08:42:52.069" v="44" actId="1076"/>
          <ac:picMkLst>
            <pc:docMk/>
            <pc:sldMk cId="3816298121" sldId="278"/>
            <ac:picMk id="5" creationId="{3930DAA6-51FF-E0F6-3A49-D16D9D5FA766}"/>
          </ac:picMkLst>
        </pc:picChg>
        <pc:picChg chg="add mod">
          <ac:chgData name="saket rai" userId="8526e97aa0bf07cf" providerId="LiveId" clId="{A5A553E1-0D4B-4DAD-A4B2-7082F328FABA}" dt="2026-07-16T08:42:53.316" v="46" actId="1076"/>
          <ac:picMkLst>
            <pc:docMk/>
            <pc:sldMk cId="3816298121" sldId="278"/>
            <ac:picMk id="7" creationId="{FCE1C1D0-FF5A-BCFC-11EE-D50EC12F183A}"/>
          </ac:picMkLst>
        </pc:picChg>
      </pc:sldChg>
      <pc:sldChg chg="new del">
        <pc:chgData name="saket rai" userId="8526e97aa0bf07cf" providerId="LiveId" clId="{A5A553E1-0D4B-4DAD-A4B2-7082F328FABA}" dt="2026-07-16T08:56:20.276" v="81" actId="2696"/>
        <pc:sldMkLst>
          <pc:docMk/>
          <pc:sldMk cId="867566507" sldId="279"/>
        </pc:sldMkLst>
      </pc:sldChg>
      <pc:sldChg chg="addSp modSp new mod ord">
        <pc:chgData name="saket rai" userId="8526e97aa0bf07cf" providerId="LiveId" clId="{A5A553E1-0D4B-4DAD-A4B2-7082F328FABA}" dt="2026-07-16T08:58:59.791" v="104" actId="113"/>
        <pc:sldMkLst>
          <pc:docMk/>
          <pc:sldMk cId="3555660541" sldId="279"/>
        </pc:sldMkLst>
        <pc:spChg chg="add mod">
          <ac:chgData name="saket rai" userId="8526e97aa0bf07cf" providerId="LiveId" clId="{A5A553E1-0D4B-4DAD-A4B2-7082F328FABA}" dt="2026-07-16T08:58:59.791" v="104" actId="113"/>
          <ac:spMkLst>
            <pc:docMk/>
            <pc:sldMk cId="3555660541" sldId="279"/>
            <ac:spMk id="6" creationId="{88314DBF-53FB-7E66-FA56-D0F2D7678849}"/>
          </ac:spMkLst>
        </pc:spChg>
        <pc:picChg chg="add mod">
          <ac:chgData name="saket rai" userId="8526e97aa0bf07cf" providerId="LiveId" clId="{A5A553E1-0D4B-4DAD-A4B2-7082F328FABA}" dt="2026-07-16T08:57:58.678" v="94" actId="14100"/>
          <ac:picMkLst>
            <pc:docMk/>
            <pc:sldMk cId="3555660541" sldId="279"/>
            <ac:picMk id="3" creationId="{D5BC9D89-A749-4E0E-7D58-3454752C2354}"/>
          </ac:picMkLst>
        </pc:picChg>
        <pc:picChg chg="add mod">
          <ac:chgData name="saket rai" userId="8526e97aa0bf07cf" providerId="LiveId" clId="{A5A553E1-0D4B-4DAD-A4B2-7082F328FABA}" dt="2026-07-16T08:58:05.650" v="95" actId="14100"/>
          <ac:picMkLst>
            <pc:docMk/>
            <pc:sldMk cId="3555660541" sldId="279"/>
            <ac:picMk id="5" creationId="{2E3A301B-C40C-06DA-D858-1D6768E1DEA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9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7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2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2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185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84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673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2474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830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542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409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058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3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FE3316-A1FA-4601-A3FF-AA9E5ECA45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3A919-EADD-4D19-8811-52602D580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69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2DA-3590-8CF6-D88A-56C9B305E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Disaster Tweet Detection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10330-F622-A5AE-D550-F03CAE494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Submitted By: Saket Rai </a:t>
            </a:r>
          </a:p>
          <a:p>
            <a:r>
              <a:rPr lang="en-IN" dirty="0"/>
              <a:t>Technology: Python, Flask, Machine Learning </a:t>
            </a:r>
          </a:p>
          <a:p>
            <a:r>
              <a:rPr lang="en-IN" dirty="0"/>
              <a:t>Algorithm: Logistic Regression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00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442E-A5F3-75DE-8CAE-1951AA06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415"/>
            <a:ext cx="10515600" cy="1325563"/>
          </a:xfrm>
        </p:spPr>
        <p:txBody>
          <a:bodyPr/>
          <a:lstStyle/>
          <a:p>
            <a:r>
              <a:rPr lang="en-IN" b="1" dirty="0"/>
              <a:t>Introduction:-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F142-047D-8DF2-1EBF-2F4B56883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0" y="1748247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Developed a Disaster Tweet Detection System using Machine Learning and NLP. </a:t>
            </a:r>
          </a:p>
          <a:p>
            <a:r>
              <a:rPr lang="en-IN" dirty="0"/>
              <a:t>Used a dataset of 10,000 </a:t>
            </a:r>
            <a:r>
              <a:rPr lang="en-IN" dirty="0" err="1"/>
              <a:t>labeled</a:t>
            </a:r>
            <a:r>
              <a:rPr lang="en-IN" dirty="0"/>
              <a:t> disaster tweets.</a:t>
            </a:r>
          </a:p>
          <a:p>
            <a:r>
              <a:rPr lang="en-IN" dirty="0"/>
              <a:t> Applied TF-IDF Vectorization for text feature extraction.</a:t>
            </a:r>
          </a:p>
          <a:p>
            <a:r>
              <a:rPr lang="en-IN" dirty="0"/>
              <a:t> Trained the model using Logistic Regression.</a:t>
            </a:r>
          </a:p>
          <a:p>
            <a:r>
              <a:rPr lang="en-IN" dirty="0"/>
              <a:t>Developed a Flask-based Web Application for real-time tweet classification.</a:t>
            </a:r>
          </a:p>
          <a:p>
            <a:r>
              <a:rPr lang="en-IN" dirty="0"/>
              <a:t>Displays prediction result, confidence score, probability values, tweet statistics, and pie chart visualization. </a:t>
            </a:r>
          </a:p>
          <a:p>
            <a:r>
              <a:rPr lang="en-IN" dirty="0"/>
              <a:t>Designed a user-friendly interface using HTML, CSS, Bootstrap, and JavaScript. </a:t>
            </a:r>
          </a:p>
        </p:txBody>
      </p:sp>
    </p:spTree>
    <p:extLst>
      <p:ext uri="{BB962C8B-B14F-4D97-AF65-F5344CB8AC3E}">
        <p14:creationId xmlns:p14="http://schemas.microsoft.com/office/powerpoint/2010/main" val="268433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767D-FBD4-0E95-673A-EA919295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Statement:-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66E60-4B95-A0FE-AE38-59B3ECD5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Large numbers of tweets are posted during disasters. </a:t>
            </a:r>
          </a:p>
          <a:p>
            <a:r>
              <a:rPr lang="en-IN" dirty="0"/>
              <a:t>Manual identification of disaster-related tweets is slow and inaccurate. </a:t>
            </a:r>
          </a:p>
          <a:p>
            <a:r>
              <a:rPr lang="en-IN" dirty="0"/>
              <a:t>Similar words in normal tweets create confusion during classification.</a:t>
            </a:r>
          </a:p>
          <a:p>
            <a:r>
              <a:rPr lang="en-IN" dirty="0"/>
              <a:t> A fast and automated tweet classification system is required. </a:t>
            </a:r>
          </a:p>
          <a:p>
            <a:r>
              <a:rPr lang="en-IN" dirty="0"/>
              <a:t>This project solves the problem using Machine Learning, TF-IDF, and a Flask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41285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6674-8E86-2206-901B-AF7D48AC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0372-7A2D-9295-17E6-7F0B0978C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Develop a Machine Learning model to classify tweets as Disaster or Non-Disaster.</a:t>
            </a:r>
          </a:p>
          <a:p>
            <a:r>
              <a:rPr lang="en-IN" dirty="0"/>
              <a:t> Preprocess tweet text and extract meaningful features using Natural Language Processing (NLP) and TF-IDF. </a:t>
            </a:r>
          </a:p>
          <a:p>
            <a:r>
              <a:rPr lang="en-IN" dirty="0"/>
              <a:t>Train and evaluate the Logistic Regression model for accurate tweet classification.</a:t>
            </a:r>
          </a:p>
          <a:p>
            <a:r>
              <a:rPr lang="en-IN" dirty="0"/>
              <a:t> Build a Flask-based web application for real-time disaster tweet prediction. </a:t>
            </a:r>
          </a:p>
          <a:p>
            <a:r>
              <a:rPr lang="en-IN" dirty="0"/>
              <a:t>Display prediction results, confidence score, probability values, and visualizations to help users understand the output.</a:t>
            </a:r>
          </a:p>
          <a:p>
            <a:r>
              <a:rPr lang="en-IN" dirty="0"/>
              <a:t> Provide a simple, fast, and user-friendly interface for detecting disaster-related tweets.</a:t>
            </a:r>
          </a:p>
        </p:txBody>
      </p:sp>
    </p:spTree>
    <p:extLst>
      <p:ext uri="{BB962C8B-B14F-4D97-AF65-F5344CB8AC3E}">
        <p14:creationId xmlns:p14="http://schemas.microsoft.com/office/powerpoint/2010/main" val="199614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9178-A8AA-8A4F-A79C-14AD3679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Information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FE2CF-9A79-9FB8-AB6D-AD644F827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97" y="1825625"/>
            <a:ext cx="5477524" cy="4351338"/>
          </a:xfrm>
        </p:spPr>
        <p:txBody>
          <a:bodyPr/>
          <a:lstStyle/>
          <a:p>
            <a:r>
              <a:rPr lang="en-IN" dirty="0"/>
              <a:t>Dataset Size: 10,000 Tweets </a:t>
            </a:r>
          </a:p>
          <a:p>
            <a:r>
              <a:rPr lang="en-IN" dirty="0"/>
              <a:t>Input: Tweet Text </a:t>
            </a:r>
          </a:p>
          <a:p>
            <a:r>
              <a:rPr lang="en-IN" dirty="0"/>
              <a:t>Features: id, keyword, location, text, target</a:t>
            </a:r>
          </a:p>
          <a:p>
            <a:r>
              <a:rPr lang="en-IN" dirty="0"/>
              <a:t>Output: Disaster (1) Non-Disaster (0)</a:t>
            </a:r>
          </a:p>
          <a:p>
            <a:r>
              <a:rPr lang="en-IN" dirty="0" err="1"/>
              <a:t>df.head</a:t>
            </a:r>
            <a:r>
              <a:rPr lang="en-IN" dirty="0"/>
              <a:t>()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9CB26-B66F-6C1A-0040-5EE2C0123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121" y="1690688"/>
            <a:ext cx="5696085" cy="367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3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8A1D-0455-3EC5-A691-EF8F634D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874C-9BE0-A464-3945-D32D444C9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Removed URLs, special characters, punctuation, and unnecessary spaces from the tweet text.</a:t>
            </a:r>
          </a:p>
          <a:p>
            <a:r>
              <a:rPr lang="en-IN" dirty="0"/>
              <a:t>Converted all text to lowercase and removed </a:t>
            </a:r>
            <a:r>
              <a:rPr lang="en-IN" dirty="0" err="1"/>
              <a:t>stopwords</a:t>
            </a:r>
            <a:r>
              <a:rPr lang="en-IN" dirty="0"/>
              <a:t> to improve text quality.</a:t>
            </a:r>
          </a:p>
          <a:p>
            <a:r>
              <a:rPr lang="en-IN" dirty="0"/>
              <a:t>Split each tweet into individual words (tokens) for text analysis.</a:t>
            </a:r>
          </a:p>
          <a:p>
            <a:r>
              <a:rPr lang="en-IN" dirty="0"/>
              <a:t> Converted target labels into numerical values (0 = Non-Disaster, 1 = Disaster). </a:t>
            </a:r>
          </a:p>
          <a:p>
            <a:r>
              <a:rPr lang="en-IN" dirty="0"/>
              <a:t>Applied TF-IDF Vectorization to convert text into numerical feature vectors.</a:t>
            </a:r>
          </a:p>
          <a:p>
            <a:r>
              <a:rPr lang="en-IN" dirty="0"/>
              <a:t> Divided the dataset into training and testing sets for model training and performance evaluation.</a:t>
            </a:r>
          </a:p>
        </p:txBody>
      </p:sp>
    </p:spTree>
    <p:extLst>
      <p:ext uri="{BB962C8B-B14F-4D97-AF65-F5344CB8AC3E}">
        <p14:creationId xmlns:p14="http://schemas.microsoft.com/office/powerpoint/2010/main" val="152870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36C2-72A3-36FC-8849-2DF0A5E0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624" y="671717"/>
            <a:ext cx="10515600" cy="372294"/>
          </a:xfrm>
        </p:spPr>
        <p:txBody>
          <a:bodyPr>
            <a:noAutofit/>
          </a:bodyPr>
          <a:lstStyle/>
          <a:p>
            <a:r>
              <a:rPr lang="en-US" sz="2400" dirty="0"/>
              <a:t>Cleaning the tweet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387022-C65E-51D2-F95A-1E21BA915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626" y="1038532"/>
            <a:ext cx="4898376" cy="2861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B5124-2A9D-C82D-000A-90448016C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84" y="1038532"/>
            <a:ext cx="5815658" cy="2589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0601A-8AE2-1EC1-CC5D-E42390BB2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26" y="4744396"/>
            <a:ext cx="4898376" cy="16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5F5BED-FB65-EB63-87A5-EEF24335A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784" y="4611328"/>
            <a:ext cx="4970753" cy="1455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B5980-C406-4C29-7EDB-9D925A761A31}"/>
              </a:ext>
            </a:extLst>
          </p:cNvPr>
          <p:cNvSpPr txBox="1"/>
          <p:nvPr/>
        </p:nvSpPr>
        <p:spPr>
          <a:xfrm>
            <a:off x="6243484" y="586348"/>
            <a:ext cx="329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Tokenize the 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EB879-9314-EA47-D111-C073487FE19A}"/>
              </a:ext>
            </a:extLst>
          </p:cNvPr>
          <p:cNvSpPr txBox="1"/>
          <p:nvPr/>
        </p:nvSpPr>
        <p:spPr>
          <a:xfrm>
            <a:off x="1838815" y="4195829"/>
            <a:ext cx="5362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Split Dataset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6446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FBDC-5D91-8E2E-E216-4B275EC0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 Engineering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B2B69-88DD-5689-547B-238CF2703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TF-IDF Vectorization:</a:t>
            </a:r>
            <a:r>
              <a:rPr lang="en-IN" dirty="0"/>
              <a:t> Converted tweet text into numerical features. </a:t>
            </a:r>
          </a:p>
          <a:p>
            <a:r>
              <a:rPr lang="en-IN" b="1" dirty="0"/>
              <a:t>Word Frequency:</a:t>
            </a:r>
            <a:r>
              <a:rPr lang="en-IN" dirty="0"/>
              <a:t> Measured the importance of words in each tweet. </a:t>
            </a:r>
          </a:p>
          <a:p>
            <a:r>
              <a:rPr lang="en-IN" b="1" dirty="0"/>
              <a:t>Feature Matrix:</a:t>
            </a:r>
            <a:r>
              <a:rPr lang="en-IN" dirty="0"/>
              <a:t> Created numerical input for the Machine Learning model.</a:t>
            </a:r>
          </a:p>
          <a:p>
            <a:r>
              <a:rPr lang="en-IN" dirty="0"/>
              <a:t> </a:t>
            </a:r>
            <a:r>
              <a:rPr lang="en-IN" b="1" dirty="0"/>
              <a:t>Text Representation:</a:t>
            </a:r>
            <a:r>
              <a:rPr lang="en-IN" dirty="0"/>
              <a:t> Captured meaningful information from tweet text.</a:t>
            </a:r>
          </a:p>
          <a:p>
            <a:r>
              <a:rPr lang="en-IN" dirty="0"/>
              <a:t> </a:t>
            </a:r>
            <a:r>
              <a:rPr lang="en-IN" b="1" dirty="0"/>
              <a:t>Feature Selection:</a:t>
            </a:r>
            <a:r>
              <a:rPr lang="en-IN" dirty="0"/>
              <a:t> Used relevant features for accurate classification.</a:t>
            </a:r>
          </a:p>
          <a:p>
            <a:r>
              <a:rPr lang="en-IN" dirty="0"/>
              <a:t> </a:t>
            </a:r>
            <a:r>
              <a:rPr lang="en-IN" b="1" dirty="0"/>
              <a:t>Model Input:</a:t>
            </a:r>
            <a:r>
              <a:rPr lang="en-IN" dirty="0"/>
              <a:t> Prepared features for the Logistic Regression model.</a:t>
            </a:r>
          </a:p>
        </p:txBody>
      </p:sp>
    </p:spTree>
    <p:extLst>
      <p:ext uri="{BB962C8B-B14F-4D97-AF65-F5344CB8AC3E}">
        <p14:creationId xmlns:p14="http://schemas.microsoft.com/office/powerpoint/2010/main" val="201476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D7B8-D347-E394-02FF-CCDD9B1B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Development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AB83-331B-8216-9DF4-98C5753A1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Trained the Logistic Regression model using the training dataset.</a:t>
            </a:r>
          </a:p>
          <a:p>
            <a:r>
              <a:rPr lang="en-IN" dirty="0"/>
              <a:t> Used TF-IDF features as input for classification. </a:t>
            </a:r>
          </a:p>
          <a:p>
            <a:r>
              <a:rPr lang="en-IN" dirty="0"/>
              <a:t>Classified tweets into Disaster and Non-Disaster.</a:t>
            </a:r>
          </a:p>
          <a:p>
            <a:r>
              <a:rPr lang="en-IN" dirty="0"/>
              <a:t> Generated prediction and probability scores.</a:t>
            </a:r>
          </a:p>
          <a:p>
            <a:r>
              <a:rPr lang="en-IN" dirty="0"/>
              <a:t> Evaluated model performance using standard metrics.</a:t>
            </a:r>
          </a:p>
          <a:p>
            <a:r>
              <a:rPr lang="en-IN" dirty="0"/>
              <a:t> Saved the trained model as a Pickle (.</a:t>
            </a:r>
            <a:r>
              <a:rPr lang="en-IN" dirty="0" err="1"/>
              <a:t>pkl</a:t>
            </a:r>
            <a:r>
              <a:rPr lang="en-IN" dirty="0"/>
              <a:t>) file.</a:t>
            </a:r>
          </a:p>
        </p:txBody>
      </p:sp>
    </p:spTree>
    <p:extLst>
      <p:ext uri="{BB962C8B-B14F-4D97-AF65-F5344CB8AC3E}">
        <p14:creationId xmlns:p14="http://schemas.microsoft.com/office/powerpoint/2010/main" val="233803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292-D05D-333F-285A-2999A836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Performance Evaluation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375F-A11E-4E6F-FD74-595B4BBD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720409"/>
            <a:ext cx="8946541" cy="4195481"/>
          </a:xfrm>
        </p:spPr>
        <p:txBody>
          <a:bodyPr/>
          <a:lstStyle/>
          <a:p>
            <a:r>
              <a:rPr lang="en-IN" dirty="0"/>
              <a:t>Evaluated the model using the testing dataset.</a:t>
            </a:r>
          </a:p>
          <a:p>
            <a:r>
              <a:rPr lang="en-IN" dirty="0"/>
              <a:t> Measured </a:t>
            </a:r>
            <a:r>
              <a:rPr lang="en-IN" b="1" dirty="0"/>
              <a:t>Accuracy, Precision, Recall, and F1-Score</a:t>
            </a:r>
            <a:r>
              <a:rPr lang="en-IN" dirty="0"/>
              <a:t>.</a:t>
            </a:r>
          </a:p>
          <a:p>
            <a:r>
              <a:rPr lang="en-IN" dirty="0"/>
              <a:t> Generated the </a:t>
            </a:r>
            <a:r>
              <a:rPr lang="en-IN" b="1" dirty="0"/>
              <a:t>Confusion Matrix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predictions.</a:t>
            </a:r>
          </a:p>
          <a:p>
            <a:r>
              <a:rPr lang="en-IN" dirty="0"/>
              <a:t> Plotted </a:t>
            </a:r>
            <a:r>
              <a:rPr lang="en-IN" b="1" dirty="0"/>
              <a:t>ROC Curve</a:t>
            </a:r>
            <a:r>
              <a:rPr lang="en-IN" dirty="0"/>
              <a:t> and </a:t>
            </a:r>
            <a:r>
              <a:rPr lang="en-IN" b="1" dirty="0"/>
              <a:t>Precision–Recall Curve</a:t>
            </a:r>
            <a:r>
              <a:rPr lang="en-IN" dirty="0"/>
              <a:t>. </a:t>
            </a:r>
          </a:p>
          <a:p>
            <a:r>
              <a:rPr lang="en-IN" dirty="0"/>
              <a:t>Compared the model performance to select the best classifier.</a:t>
            </a:r>
          </a:p>
          <a:p>
            <a:r>
              <a:rPr lang="en-IN" dirty="0"/>
              <a:t> Achieved reliable performance for disaster tweet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41607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203DA-F2F4-9459-0C68-B74D917F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827" y="1319646"/>
            <a:ext cx="5912427" cy="5049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0DAA6-51FF-E0F6-3A49-D16D9D5F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390" y="1298865"/>
            <a:ext cx="4021282" cy="2545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1C1D0-FF5A-BCFC-11EE-D50EC12F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90" y="4052455"/>
            <a:ext cx="4021282" cy="229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9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3632-2063-34EE-62C2-4D52B6BD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8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Web Application using Flask Deployment</a:t>
            </a:r>
            <a:br>
              <a:rPr lang="en-IN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1821-9B49-4F9E-5F32-339B5D80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86" y="1802203"/>
            <a:ext cx="6076806" cy="4195481"/>
          </a:xfrm>
        </p:spPr>
        <p:txBody>
          <a:bodyPr>
            <a:normAutofit/>
          </a:bodyPr>
          <a:lstStyle/>
          <a:p>
            <a:r>
              <a:rPr lang="en-IN" dirty="0"/>
              <a:t>Developed using </a:t>
            </a:r>
            <a:r>
              <a:rPr lang="en-IN" b="1" dirty="0"/>
              <a:t>Flask</a:t>
            </a:r>
            <a:r>
              <a:rPr lang="en-IN" dirty="0"/>
              <a:t> framework. </a:t>
            </a:r>
          </a:p>
          <a:p>
            <a:r>
              <a:rPr lang="en-IN" dirty="0"/>
              <a:t>Created a </a:t>
            </a:r>
            <a:r>
              <a:rPr lang="en-IN" b="1" dirty="0"/>
              <a:t>responsive user interface</a:t>
            </a:r>
            <a:r>
              <a:rPr lang="en-IN" dirty="0"/>
              <a:t> with HTML, CSS, and Bootstrap.</a:t>
            </a:r>
          </a:p>
          <a:p>
            <a:r>
              <a:rPr lang="en-IN" dirty="0"/>
              <a:t> Accepts tweet input from the user.</a:t>
            </a:r>
          </a:p>
          <a:p>
            <a:r>
              <a:rPr lang="en-IN" dirty="0"/>
              <a:t> Displays </a:t>
            </a:r>
            <a:r>
              <a:rPr lang="en-IN" b="1" dirty="0"/>
              <a:t>prediction, confidence score, and probability values</a:t>
            </a:r>
            <a:r>
              <a:rPr lang="en-IN" dirty="0"/>
              <a:t>.</a:t>
            </a:r>
          </a:p>
          <a:p>
            <a:r>
              <a:rPr lang="en-IN" dirty="0"/>
              <a:t> Shows </a:t>
            </a:r>
            <a:r>
              <a:rPr lang="en-IN" b="1" dirty="0"/>
              <a:t>tweet statistics</a:t>
            </a:r>
            <a:r>
              <a:rPr lang="en-IN" dirty="0"/>
              <a:t> and </a:t>
            </a:r>
            <a:r>
              <a:rPr lang="en-IN" b="1" dirty="0"/>
              <a:t>pie chart visualization</a:t>
            </a:r>
            <a:r>
              <a:rPr lang="en-IN" dirty="0"/>
              <a:t>. </a:t>
            </a:r>
          </a:p>
          <a:p>
            <a:r>
              <a:rPr lang="en-IN" dirty="0"/>
              <a:t>Integrated the trained </a:t>
            </a:r>
            <a:r>
              <a:rPr lang="en-IN" b="1" dirty="0"/>
              <a:t>Logistic Regression</a:t>
            </a:r>
            <a:r>
              <a:rPr lang="en-IN" dirty="0"/>
              <a:t> model using Pickle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756D7-E531-CA59-4C23-04BE0CF6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93" y="1911927"/>
            <a:ext cx="4935682" cy="37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34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8829-434B-F41B-C3B2-0126A428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Prediction Output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DDA9-2FB7-A45B-C14C-16B5CAED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959434"/>
            <a:ext cx="7826339" cy="4195481"/>
          </a:xfrm>
        </p:spPr>
        <p:txBody>
          <a:bodyPr/>
          <a:lstStyle/>
          <a:p>
            <a:r>
              <a:rPr lang="en-IN" dirty="0"/>
              <a:t>Predicts whether a tweet is Disaster or Non-Disaster.</a:t>
            </a:r>
          </a:p>
          <a:p>
            <a:r>
              <a:rPr lang="en-IN" dirty="0"/>
              <a:t> Displays the confidence score for each prediction.</a:t>
            </a:r>
          </a:p>
          <a:p>
            <a:r>
              <a:rPr lang="en-IN" dirty="0"/>
              <a:t> Shows disaster and non-disaster probability values.</a:t>
            </a:r>
          </a:p>
          <a:p>
            <a:r>
              <a:rPr lang="en-IN" dirty="0"/>
              <a:t> Calculates word count and character count of the tweet.</a:t>
            </a:r>
          </a:p>
          <a:p>
            <a:r>
              <a:rPr lang="en-IN" dirty="0"/>
              <a:t> Visualizes prediction using a pie chart. </a:t>
            </a:r>
          </a:p>
          <a:p>
            <a:r>
              <a:rPr lang="en-IN" dirty="0"/>
              <a:t>Provides results instantly through the Flask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404411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C9D89-A749-4E0E-7D58-3454752C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99" y="1672935"/>
            <a:ext cx="5120047" cy="4353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3A301B-C40C-06DA-D858-1D6768E1D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228" y="1672935"/>
            <a:ext cx="4854361" cy="4281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14DBF-53FB-7E66-FA56-D0F2D7678849}"/>
              </a:ext>
            </a:extLst>
          </p:cNvPr>
          <p:cNvSpPr txBox="1"/>
          <p:nvPr/>
        </p:nvSpPr>
        <p:spPr>
          <a:xfrm>
            <a:off x="1228799" y="529936"/>
            <a:ext cx="41536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Prediction Output:-</a:t>
            </a:r>
            <a:br>
              <a:rPr lang="en-IN" sz="3200" b="1" dirty="0"/>
            </a:b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5566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A4EE-55F2-8BB8-BCEB-CF4FC209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CA330-3EEF-F428-AA17-B0A9FD949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>
            <a:normAutofit/>
          </a:bodyPr>
          <a:lstStyle/>
          <a:p>
            <a:r>
              <a:rPr lang="en-IN" b="1" dirty="0"/>
              <a:t>Python</a:t>
            </a:r>
            <a:r>
              <a:rPr lang="en-IN" dirty="0"/>
              <a:t> – Programming Language</a:t>
            </a:r>
          </a:p>
          <a:p>
            <a:r>
              <a:rPr lang="en-IN" dirty="0"/>
              <a:t> </a:t>
            </a:r>
            <a:r>
              <a:rPr lang="en-IN" b="1" dirty="0"/>
              <a:t>Pandas</a:t>
            </a:r>
            <a:r>
              <a:rPr lang="en-IN" dirty="0"/>
              <a:t> – Data Processing </a:t>
            </a:r>
          </a:p>
          <a:p>
            <a:r>
              <a:rPr lang="en-IN" b="1" dirty="0"/>
              <a:t>NumPy</a:t>
            </a:r>
            <a:r>
              <a:rPr lang="en-IN" dirty="0"/>
              <a:t> – Numerical Computation</a:t>
            </a:r>
          </a:p>
          <a:p>
            <a:r>
              <a:rPr lang="en-IN" dirty="0"/>
              <a:t> </a:t>
            </a:r>
            <a:r>
              <a:rPr lang="en-IN" b="1" dirty="0"/>
              <a:t>Scikit-learn</a:t>
            </a:r>
            <a:r>
              <a:rPr lang="en-IN" dirty="0"/>
              <a:t> – Machine Learning </a:t>
            </a:r>
          </a:p>
          <a:p>
            <a:r>
              <a:rPr lang="en-IN" b="1" dirty="0"/>
              <a:t>TF-IDF Vectorizer</a:t>
            </a:r>
            <a:r>
              <a:rPr lang="en-IN" dirty="0"/>
              <a:t> – Feature Extraction</a:t>
            </a:r>
          </a:p>
          <a:p>
            <a:r>
              <a:rPr lang="en-IN" dirty="0"/>
              <a:t> </a:t>
            </a:r>
            <a:r>
              <a:rPr lang="en-IN" b="1" dirty="0"/>
              <a:t>Logistic Regression</a:t>
            </a:r>
            <a:r>
              <a:rPr lang="en-IN" dirty="0"/>
              <a:t> – Classification Algorithm </a:t>
            </a:r>
          </a:p>
          <a:p>
            <a:r>
              <a:rPr lang="en-IN" b="1" dirty="0"/>
              <a:t>Flask</a:t>
            </a:r>
            <a:r>
              <a:rPr lang="en-IN" dirty="0"/>
              <a:t> – Web Framework</a:t>
            </a:r>
          </a:p>
          <a:p>
            <a:r>
              <a:rPr lang="en-IN" dirty="0"/>
              <a:t> </a:t>
            </a:r>
            <a:r>
              <a:rPr lang="en-IN" b="1" dirty="0"/>
              <a:t>HTML &amp; CSS</a:t>
            </a:r>
            <a:r>
              <a:rPr lang="en-IN" dirty="0"/>
              <a:t> – User Interface Design </a:t>
            </a:r>
          </a:p>
          <a:p>
            <a:r>
              <a:rPr lang="en-IN" b="1" dirty="0"/>
              <a:t>Bootstrap 5</a:t>
            </a:r>
            <a:r>
              <a:rPr lang="en-IN" dirty="0"/>
              <a:t> – Responsive UI</a:t>
            </a:r>
          </a:p>
          <a:p>
            <a:r>
              <a:rPr lang="en-IN" dirty="0"/>
              <a:t> </a:t>
            </a:r>
            <a:r>
              <a:rPr lang="en-IN" b="1" dirty="0"/>
              <a:t>Chart.js</a:t>
            </a:r>
            <a:r>
              <a:rPr lang="en-IN" dirty="0"/>
              <a:t> – Pie Chart Visualization </a:t>
            </a:r>
          </a:p>
          <a:p>
            <a:r>
              <a:rPr lang="en-IN" b="1" dirty="0" err="1"/>
              <a:t>Joblib</a:t>
            </a:r>
            <a:r>
              <a:rPr lang="en-IN" dirty="0"/>
              <a:t> – Model Serialization (.</a:t>
            </a:r>
            <a:r>
              <a:rPr lang="en-IN" dirty="0" err="1"/>
              <a:t>pkl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996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F3DB-4417-1FE3-14D0-31026AEF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8E715-65B3-317C-0B95-97BF7C20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Real-time Prediction </a:t>
            </a:r>
          </a:p>
          <a:p>
            <a:r>
              <a:rPr lang="en-IN" dirty="0"/>
              <a:t>Confidence Score </a:t>
            </a:r>
          </a:p>
          <a:p>
            <a:r>
              <a:rPr lang="en-IN" dirty="0"/>
              <a:t>Probability Analysis </a:t>
            </a:r>
          </a:p>
          <a:p>
            <a:r>
              <a:rPr lang="en-IN" dirty="0"/>
              <a:t>Tweet Statistics </a:t>
            </a:r>
          </a:p>
          <a:p>
            <a:r>
              <a:rPr lang="en-IN" dirty="0"/>
              <a:t>Pie Chart Visualization </a:t>
            </a:r>
          </a:p>
          <a:p>
            <a:r>
              <a:rPr lang="en-IN" dirty="0"/>
              <a:t>Responsive UI </a:t>
            </a:r>
          </a:p>
          <a:p>
            <a:r>
              <a:rPr lang="en-IN" dirty="0"/>
              <a:t>Flask Deployment </a:t>
            </a:r>
          </a:p>
          <a:p>
            <a:r>
              <a:rPr lang="en-IN" dirty="0"/>
              <a:t>Pickle Model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02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AA91-6FF8-1D0F-7460-3C4554B4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6F9E1-A0E5-6CA1-A199-23F5F4BD1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Successfully developed a Disaster Tweet Detection System using Machine Learning and NLP. </a:t>
            </a:r>
          </a:p>
          <a:p>
            <a:r>
              <a:rPr lang="en-IN" dirty="0"/>
              <a:t>The Logistic Regression model accurately classifies tweets as Disaster or Non-Disaster. </a:t>
            </a:r>
          </a:p>
          <a:p>
            <a:r>
              <a:rPr lang="en-IN" dirty="0"/>
              <a:t>A Flask-based web application was developed for real-time tweet prediction. </a:t>
            </a:r>
          </a:p>
          <a:p>
            <a:r>
              <a:rPr lang="en-IN" dirty="0"/>
              <a:t>The application provides confidence score, probability analysis, and visualizations for better understanding. </a:t>
            </a:r>
          </a:p>
          <a:p>
            <a:r>
              <a:rPr lang="en-IN" dirty="0"/>
              <a:t>This project demonstrates how Machine Learning can support faster disaster detection and improve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2993643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130</TotalTime>
  <Words>856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Century Gothic</vt:lpstr>
      <vt:lpstr>Wingdings 3</vt:lpstr>
      <vt:lpstr>Ion</vt:lpstr>
      <vt:lpstr>Disaster Tweet Detection System </vt:lpstr>
      <vt:lpstr>Introduction:- </vt:lpstr>
      <vt:lpstr>Problem Statement:- </vt:lpstr>
      <vt:lpstr>Project Objectives </vt:lpstr>
      <vt:lpstr>Dataset Information </vt:lpstr>
      <vt:lpstr>Data Preparation </vt:lpstr>
      <vt:lpstr>Cleaning the tweet</vt:lpstr>
      <vt:lpstr>Feature Engineering </vt:lpstr>
      <vt:lpstr>Model Development </vt:lpstr>
      <vt:lpstr>Performance Evaluation </vt:lpstr>
      <vt:lpstr>PowerPoint Presentation</vt:lpstr>
      <vt:lpstr>Web Application using Flask Deployment  </vt:lpstr>
      <vt:lpstr>Prediction Output </vt:lpstr>
      <vt:lpstr>PowerPoint Presentation</vt:lpstr>
      <vt:lpstr>Technologies Used</vt:lpstr>
      <vt:lpstr>Project Features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rai</dc:creator>
  <cp:lastModifiedBy>saket rai</cp:lastModifiedBy>
  <cp:revision>1</cp:revision>
  <dcterms:created xsi:type="dcterms:W3CDTF">2026-07-15T11:19:39Z</dcterms:created>
  <dcterms:modified xsi:type="dcterms:W3CDTF">2026-07-16T09:00:06Z</dcterms:modified>
</cp:coreProperties>
</file>